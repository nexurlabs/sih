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t_submit_pages_final/page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t_submit_pages_final/page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t_submit_pages_final/page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t_submit_pages_final/page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t_submit_pages_final/page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t_submit_pages_final/page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MailTrace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MailTrace - SIH26106</dc:title>
  <dc:subject>SIH 2026 idea presentation</dc:subject>
  <dc:creator>MailTrace</dc:creator>
  <cp:lastModifiedBy>MailTrace</cp:lastModifiedBy>
  <cp:revision>1</cp:revision>
  <dcterms:created xsi:type="dcterms:W3CDTF">2026-08-30T14:55:01Z</dcterms:created>
  <dcterms:modified xsi:type="dcterms:W3CDTF">2026-08-30T14:55:01Z</dcterms:modified>
</cp:coreProperties>
</file>