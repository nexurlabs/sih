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B33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MAILTRACE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C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a saved email.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1C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where it likely came from.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749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SIH26106  ·  detection + origin forensics  ·  not a spam filter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MailTrace  ·  SIH26106  ·  localhost lab  ·  not Gmail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jobs. Both required.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mail dangerous?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 / phish / BEC — with reasons you can point at.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0" y="118872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it probably come from?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 reliable hop: city + ISP. Never a person's GPS.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3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TF-IDF spam model only does job 1, badly. MailTrace is a case file.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MailTrace  ·  SIH26106  ·  localhost lab  ·  not Gmail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C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lab. Localhost. Click a sample.</a:t>
            </a:r>
            <a:endParaRPr lang="en-US" sz="2200" dirty="0"/>
          </a:p>
        </p:txBody>
      </p:sp>
      <p:pic>
        <p:nvPicPr>
          <p:cNvPr id="3" name="Image 0" descr="/tmp/mt_d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685800"/>
            <a:ext cx="10515600" cy="5623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53796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MailTrace  ·  SIH26106  ·  localhost lab  ·  not Gmail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C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run: display-name spoof. Score + hops + Frankfurt AWS.</a:t>
            </a:r>
            <a:endParaRPr lang="en-US" sz="2000" dirty="0"/>
          </a:p>
        </p:txBody>
      </p:sp>
      <p:pic>
        <p:nvPicPr>
          <p:cNvPr id="3" name="Image 0" descr="/tmp/mt_spoo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594360"/>
            <a:ext cx="10881360" cy="5760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53796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MailTrace  ·  SIH26106  ·  localhost lab  ·  not Gmail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C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related mails share Reply-To + hop IP. Campaign graph.</a:t>
            </a:r>
            <a:endParaRPr lang="en-US" sz="2000" dirty="0"/>
          </a:p>
        </p:txBody>
      </p:sp>
      <p:pic>
        <p:nvPicPr>
          <p:cNvPr id="3" name="Image 0" descr="/tmp/mt_grap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594360"/>
            <a:ext cx="10881360" cy="5760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53796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MailTrace  ·  SIH26106  ·  localhost lab  ·  not Gmail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in 90 seconds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04_spf_fail.eml — auth fail lights up.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07 then 08 — graph line appears.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case PDF — SHA-256 of that exact file.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3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not build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ingest, real phishing, “we found the hacker”, public blockchain, live WHOIS.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is private: github.com/nexurlabs/sih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MailTrace  ·  SIH26106  ·  localhost lab  ·  not Gmail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MailTrace SIH26106</dc:title>
  <dc:subject>PEC internal idea PPT</dc:subject>
  <dc:creator>MailTrace</dc:creator>
  <cp:lastModifiedBy>MailTrace</cp:lastModifiedBy>
  <cp:revision>1</cp:revision>
  <dcterms:created xsi:type="dcterms:W3CDTF">2026-08-30T14:10:04Z</dcterms:created>
  <dcterms:modified xsi:type="dcterms:W3CDTF">2026-08-30T14:10:04Z</dcterms:modified>
</cp:coreProperties>
</file>