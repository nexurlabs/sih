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3EE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4630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400" kern="0" dirty="0">
                <a:solidFill>
                  <a:srgbClr val="B33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MAILTRACE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40080" y="1965960"/>
            <a:ext cx="10972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1C181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Upload a saved email.</a:t>
            </a:r>
            <a:endParaRPr lang="en-US" sz="3600" dirty="0"/>
          </a:p>
          <a:p>
            <a:pPr indent="0" marL="0">
              <a:buNone/>
            </a:pPr>
            <a:r>
              <a:rPr lang="en-US" sz="3600" dirty="0">
                <a:solidFill>
                  <a:srgbClr val="1C181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See where it likely came from.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640080" y="37490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B63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SIH26106  ·  detection + origin forensics  ·  not a spam filter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7200" y="6537960"/>
            <a:ext cx="10515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35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MailTrace  ·  SIH26106  ·  localhost lab  ·  not Gmail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430000" y="6537960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35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C181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Two jobs. Both required.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530352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C18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this mail dangerous?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C18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Spoof / phish / BEC — with reasons you can point at.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400800" y="1188720"/>
            <a:ext cx="530352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C18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did it probably come from?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C18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Earliest reliable hop: city + ISP. Never a person's GPS.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6576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B33A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TF-IDF spam model only does job 1, badly. MailTrace is a case file.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57200" y="6537960"/>
            <a:ext cx="10515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35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MailTrace  ·  SIH26106  ·  localhost lab  ·  not Gmail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1430000" y="6537960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35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C181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lab. Localhost. Click a sample.</a:t>
            </a:r>
            <a:endParaRPr lang="en-US" sz="2200" dirty="0"/>
          </a:p>
        </p:txBody>
      </p:sp>
      <p:pic>
        <p:nvPicPr>
          <p:cNvPr id="3" name="Image 0" descr="/tmp/mt_drop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22960" y="685800"/>
            <a:ext cx="10515600" cy="56235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6537960"/>
            <a:ext cx="10515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35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MailTrace  ·  SIH26106  ·  localhost lab  ·  not Gmail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1430000" y="6537960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35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11247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C181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Real run: display-name spoof. Score + hops + Frankfurt AWS.</a:t>
            </a:r>
            <a:endParaRPr lang="en-US" sz="2000" dirty="0"/>
          </a:p>
        </p:txBody>
      </p:sp>
      <p:pic>
        <p:nvPicPr>
          <p:cNvPr id="3" name="Image 0" descr="/tmp/mt_spoof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594360"/>
            <a:ext cx="10881360" cy="57607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6537960"/>
            <a:ext cx="10515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35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MailTrace  ·  SIH26106  ·  localhost lab  ·  not Gmail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1430000" y="6537960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35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11247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C181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Two related mails share Reply-To + hop IP. Campaign graph.</a:t>
            </a:r>
            <a:endParaRPr lang="en-US" sz="2000" dirty="0"/>
          </a:p>
        </p:txBody>
      </p:sp>
      <p:pic>
        <p:nvPicPr>
          <p:cNvPr id="3" name="Image 0" descr="/tmp/mt_graph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594360"/>
            <a:ext cx="10881360" cy="57607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6537960"/>
            <a:ext cx="10515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35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MailTrace  ·  SIH26106  ·  localhost lab  ·  not Gmail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1430000" y="6537960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35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C181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Demo in 90 seconds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40080" y="1051560"/>
            <a:ext cx="109728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1C18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04_spf_fail.eml — auth fail lights up.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1C18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07 then 08 — graph line appears.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1C18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case PDF — SHA-256 of that exact file.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40080" y="29260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B33A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 not build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40080" y="3383280"/>
            <a:ext cx="109728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1C18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Gmail ingest, real phishing, “we found the hacker”, public blockchain, live WHOIS.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1C18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 is private: github.com/nexurlabs/sih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57200" y="6537960"/>
            <a:ext cx="10515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35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MailTrace  ·  SIH26106  ·  localhost lab  ·  not Gmail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1430000" y="6537960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35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MailTrace SIH26106</dc:title>
  <dc:subject>PEC internal idea PPT</dc:subject>
  <dc:creator>MailTrace</dc:creator>
  <cp:lastModifiedBy>MailTrace</cp:lastModifiedBy>
  <cp:revision>1</cp:revision>
  <dcterms:created xsi:type="dcterms:W3CDTF">2026-08-30T14:23:32Z</dcterms:created>
  <dcterms:modified xsi:type="dcterms:W3CDTF">2026-08-30T14:23:32Z</dcterms:modified>
</cp:coreProperties>
</file>